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Black"/>
      <p:regular r:id="rId201317"/>
    </p:embeddedFont>
    <p:embeddedFont>
      <p:font typeface="Spline Sans SemiBold"/>
      <p:regular r:id="rId201318"/>
    </p:embeddedFont>
    <p:embeddedFont>
      <p:font typeface="Spline Sans Bold"/>
      <p:regular r:id="rId201319"/>
    </p:embeddedFont>
    <p:embeddedFont>
      <p:font typeface="Spline Sans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538611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 Performance Analysis &amp; Interactive BI Dashboard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990181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Analytics Internship Report By 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Manish Singh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9239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20012" y="1354336"/>
            <a:ext cx="10751670" cy="51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end-to-end analytics workflow — from raw transactional data to interactive business intelligence — covering cleaning, storage, analysis, and visualisation.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271" y="2031206"/>
            <a:ext cx="8361054" cy="38266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17364" y="4965961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339084" y="4831564"/>
            <a:ext cx="1569723" cy="53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Analysis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371554" y="4965961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Store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361019" y="4965961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Excel Clean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20012" y="6022578"/>
            <a:ext cx="11361255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Tools used: </a:t>
            </a:r>
            <a:pPr algn="l" indent="0" marL="0">
              <a:lnSpc>
                <a:spcPct val="123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Excel · SQL · Python · NumPy · Power BI · Jupyter Notebook · GitHub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637183"/>
            <a:ext cx="617978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at a Glance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291898" y="1212552"/>
            <a:ext cx="6179784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50K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91898" y="1791990"/>
            <a:ext cx="617978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91898" y="2032595"/>
            <a:ext cx="6179784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Transactional sales records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91898" y="2456160"/>
            <a:ext cx="6179784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₹2.18B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5291898" y="3035598"/>
            <a:ext cx="617978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291898" y="3276203"/>
            <a:ext cx="6179784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Across all regions &amp; categories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91898" y="3699768"/>
            <a:ext cx="6179784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149K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5291898" y="4279205"/>
            <a:ext cx="617978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91898" y="4519811"/>
            <a:ext cx="6179784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quantity across 2023–2026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91898" y="4943376"/>
            <a:ext cx="6179784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₹194M</a:t>
            </a:r>
            <a:endParaRPr lang="en-US" sz="3500" dirty="0"/>
          </a:p>
        </p:txBody>
      </p:sp>
      <p:sp>
        <p:nvSpPr>
          <p:cNvPr id="14" name="Text 11"/>
          <p:cNvSpPr/>
          <p:nvPr/>
        </p:nvSpPr>
        <p:spPr>
          <a:xfrm>
            <a:off x="5291898" y="5522813"/>
            <a:ext cx="617978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291898" y="5763419"/>
            <a:ext cx="6179784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Net profit from all transactions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91898" y="6041926"/>
            <a:ext cx="6789369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regions · 5 categories · 15 product types · 6 payment methods · 3 sales channels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95561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Tools &amp; Technologies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978521"/>
            <a:ext cx="411450" cy="41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647156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Microsoft Excel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3056334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cleaning, preprocessing, Pivot Tables &amp; initial exploratory analysis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432" y="1978521"/>
            <a:ext cx="411450" cy="41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4432" y="2647156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24432" y="3056334"/>
            <a:ext cx="524725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Structured storage and retrieval of the cleaned dataset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4126210"/>
            <a:ext cx="411450" cy="411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0012" y="4794845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&amp; NumPy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20012" y="5204023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Numerical processing, descriptive statistics &amp; data analysis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4432" y="4126210"/>
            <a:ext cx="411450" cy="4114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4432" y="4794845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24432" y="5204023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dashboard, KPI analysis &amp; business visualisations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4947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 &amp; SQL Integration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435225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Cleaning Workflow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2926655"/>
            <a:ext cx="5124917" cy="2334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Inspect raw dataset for data-quality issues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 duplicates and missing records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Validate date, numerical &amp; categorical fields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Standardise inconsistent values and formats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Remove or correct invalid records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Validate cleaned dataset before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53115" y="2435225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Database Layer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353115" y="2926655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Cleaned data stored in SQL for structured, persistent access — supporting future pipelines, scheduled refreshes, and analytical queries.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3115" y="4145657"/>
            <a:ext cx="5124917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8791" y="4464050"/>
            <a:ext cx="257169" cy="205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21634" y="4382195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Pipeline: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Raw Data → Excel Cleaning → SQL Database → Python / Power BI → Insights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5566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Yearly &amp; Monthly Sales Trends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967111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41413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Observations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32844"/>
            <a:ext cx="5124917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 grew steadily from 2023 to 2025, peaking at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₹608.13M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April recorded the highest monthly sales (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₹210.30M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while September was the lowest (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₹141.69M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). Profit follows the same pattern — April ₹18.59M vs September ₹12.45M.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4310261"/>
            <a:ext cx="5124917" cy="1460698"/>
          </a:xfrm>
          <a:prstGeom prst="roundRect">
            <a:avLst>
              <a:gd name="adj" fmla="val 21127"/>
            </a:avLst>
          </a:prstGeom>
          <a:solidFill>
            <a:srgbClr val="0080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4628654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21634" y="4546798"/>
            <a:ext cx="425072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2026 represents a partial reporting period and should not be compared directly with complete years.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2038"/>
            <a:ext cx="10751670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Category &amp; Product Performance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368028"/>
            <a:ext cx="5179784" cy="3728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249" y="1352352"/>
            <a:ext cx="51797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Category Insights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98249" y="1701105"/>
            <a:ext cx="5179784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Electronics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dominates with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₹1.66B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sales and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₹128.33M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profit across 17,992 orders — the clear priority for inventory and pricing strategy.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20012" y="5378847"/>
            <a:ext cx="5313031" cy="887115"/>
          </a:xfrm>
          <a:prstGeom prst="roundRect">
            <a:avLst>
              <a:gd name="adj" fmla="val 27177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9792" y="5558631"/>
            <a:ext cx="495347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Laptops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9792" y="5857180"/>
            <a:ext cx="4953471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₹962.07M — top-selling product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58552" y="5378847"/>
            <a:ext cx="5313130" cy="887115"/>
          </a:xfrm>
          <a:prstGeom prst="roundRect">
            <a:avLst>
              <a:gd name="adj" fmla="val 27177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38332" y="5558631"/>
            <a:ext cx="495357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Mobiles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38332" y="5857180"/>
            <a:ext cx="4953571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₹657.26M — second highest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56630"/>
            <a:ext cx="1075167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Regional Sales &amp; Power BI Dashboard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717080"/>
            <a:ext cx="5132755" cy="36946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277" y="1692970"/>
            <a:ext cx="51327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Regional Highlights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45277" y="2162870"/>
            <a:ext cx="5132755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North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leads with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₹632.19M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sales and 14,399 orders. Central has the lowest volume — a key opportunity for growth.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45277" y="3297734"/>
            <a:ext cx="51327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 Dashboard KPIs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45277" y="3767634"/>
            <a:ext cx="5132755" cy="14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Sales: </a:t>
            </a:r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₹2,181.26M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Profit: </a:t>
            </a:r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₹194.16M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Profit Margin: </a:t>
            </a:r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10.88%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Quantity: </a:t>
            </a:r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149.68K units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45277" y="5399782"/>
            <a:ext cx="5132755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Visuals include monthly trends, regional comparisons, category breakdowns, and payment-method profit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615255"/>
            <a:ext cx="6179784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Insights &amp; Business Recommendations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720012" y="1773436"/>
            <a:ext cx="6179784" cy="949226"/>
          </a:xfrm>
          <a:prstGeom prst="roundRect">
            <a:avLst>
              <a:gd name="adj" fmla="val 26923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9416" y="1962845"/>
            <a:ext cx="5800977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Prioritise Electronics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9416" y="2284115"/>
            <a:ext cx="580097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inventory on Laptops &amp; Mobiles — ₹1.62B combined revenue.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20012" y="2863751"/>
            <a:ext cx="6179784" cy="1198364"/>
          </a:xfrm>
          <a:prstGeom prst="roundRect">
            <a:avLst>
              <a:gd name="adj" fmla="val 21326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9416" y="3053159"/>
            <a:ext cx="5800977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Investigate Losses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09416" y="3374430"/>
            <a:ext cx="5800977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Negative-profit transactions exist — review discounts, pricing &amp; procurement costs.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0012" y="4203204"/>
            <a:ext cx="6179784" cy="949226"/>
          </a:xfrm>
          <a:prstGeom prst="roundRect">
            <a:avLst>
              <a:gd name="adj" fmla="val 26923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9416" y="4392613"/>
            <a:ext cx="5800977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Boost Sept–Dec Sales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9416" y="4713883"/>
            <a:ext cx="580097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Targeted promotions during weaker months to counter seasonal decline.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0012" y="5293519"/>
            <a:ext cx="6179784" cy="949226"/>
          </a:xfrm>
          <a:prstGeom prst="roundRect">
            <a:avLst>
              <a:gd name="adj" fmla="val 26923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9416" y="5482927"/>
            <a:ext cx="5800977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Leverage North Region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09416" y="5804198"/>
            <a:ext cx="580097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North's success as a benchmark to uplift lower-performing regions.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21122"/>
            <a:ext cx="1075167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Learning Outcomes &amp; Future Scope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20012" y="1757462"/>
            <a:ext cx="51327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Was Learned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20012" y="2227362"/>
            <a:ext cx="5132755" cy="215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End-to-end data cleaning and preprocessing in Excel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SQL-based structured data storage and retrieval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&amp; NumPy for numerical and statistical analysis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KPI-driven Power BI dashboard development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Converting analytical results into business recommendations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45277" y="1757462"/>
            <a:ext cx="51327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Roadmap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5277" y="2227362"/>
            <a:ext cx="5132755" cy="215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 SQL–Power BI pipeline with scheduled refreshes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sales and profit forecasting models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segmentation and lifetime value analysis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 models for sales and profitability</a:t>
            </a:r>
            <a:endParaRPr lang="en-US" sz="1550" dirty="0"/>
          </a:p>
          <a:p>
            <a:pPr algn="l" marL="314960" indent="-314960">
              <a:lnSpc>
                <a:spcPct val="131000"/>
              </a:lnSpc>
              <a:buSzPct val="100000"/>
              <a:buChar char="•"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alerts for unusual sales or profit movements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20012" y="4665960"/>
            <a:ext cx="10751670" cy="1470918"/>
          </a:xfrm>
          <a:prstGeom prst="roundRect">
            <a:avLst>
              <a:gd name="adj" fmla="val 20325"/>
            </a:avLst>
          </a:prstGeom>
          <a:solidFill>
            <a:srgbClr val="00805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239" y="4953397"/>
            <a:ext cx="199226" cy="159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7691" y="4908848"/>
            <a:ext cx="9954765" cy="1004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Deliverables On 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https://github.com/Manish-singh74/Sales-Performance-Analysis-and-Interactive-Business-Intelligence-Dashboard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Repository :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 Dashboard: SALES_DATA_POWER_BI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NumPy Notebook: CDA(File Name)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2026-09-04T09:41:27Z</dcterms:created>
  <dcterms:modified xsi:type="dcterms:W3CDTF">2026-09-04T09:41:27Z</dcterms:modified>
</cp:coreProperties>
</file>